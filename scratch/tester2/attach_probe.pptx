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Tester Attach Probe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>Customer Data Platform Migration</a:t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240280"/>
            <a:ext cx="2684439" cy="2834640"/>
          </a:xfrm>
          <a:prstGeom prst="rect">
            <a:avLst/>
          </a:prstGeom>
        </p:spPr>
      </p:pic>
      <p:pic>
        <p:nvPicPr>
          <p:cNvPr id="4" name="Picture 3" descr="locku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5" name="slot:title"/>
          <p:cNvSpPr txBox="1"/>
          <p:nvPr/>
        </p:nvSpPr>
        <p:spPr>
          <a:xfrm>
            <a:off x="777240" y="2286000"/>
            <a:ext cx="765879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0" spc="140">
                <a:solidFill>
                  <a:srgbClr val="FF5000"/>
                </a:solidFill>
                <a:latin typeface="Campton Medium"/>
                <a:cs typeface="Campton Medium"/>
              </a:rPr>
              <a:t>01
Migration Strategy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Migration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Discovery &amp; Assessment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Map current systems and data 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Platform Selection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Evaluate and select target CDP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Implementation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Deploy and integrate new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Impact Summary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12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Data Sources Consolidated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2.5M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Customer Records Unified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340%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Expected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Project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Q1 2025</a:t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Discovery &amp;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Q2 2025</a:t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Platform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Q3 2025</a:t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Data Migration</a:t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