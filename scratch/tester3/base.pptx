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warehouse automation rollout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>baseline assessment and phased deployment</a:t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key deployment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receiving &amp; intake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automated goods receipt and quality verification at dock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storage &amp; retrieval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robotic bin management and dynamic location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packing &amp; sorting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integrated conveyor systems with sortation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rollout metrics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30%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labor efficiency gain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4 weeks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phase 1 timeline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12 sites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planned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baseline assessment</a:t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process mapping and current state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pilot deployment</a:t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phase 1 rollout at single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optimization &amp; scale</a:t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refine workflows and expand to remaining sites</a:t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