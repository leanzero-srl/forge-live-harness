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Slide1"/>
    <p:sldId id="257" r:id="rIdSlide2"/>
    <p:sldId id="258" r:id="rIdSlide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arcs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143000"/>
            <a:ext cx="3896767" cy="4114800"/>
          </a:xfrm>
          <a:prstGeom prst="rect">
            <a:avLst/>
          </a:prstGeom>
        </p:spPr>
      </p:pic>
      <p:pic>
        <p:nvPicPr>
          <p:cNvPr id="4" name="Picture 3" descr="lockup-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85800"/>
            <a:ext cx="1277571" cy="1051560"/>
          </a:xfrm>
          <a:prstGeom prst="rect">
            <a:avLst/>
          </a:prstGeom>
        </p:spPr>
      </p:pic>
      <p:sp>
        <p:nvSpPr>
          <p:cNvPr id="5" name="slot:title"/>
          <p:cNvSpPr txBox="1"/>
          <p:nvPr/>
        </p:nvSpPr>
        <p:spPr>
          <a:xfrm>
            <a:off x="777240" y="2377440"/>
            <a:ext cx="7680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>
                <a:solidFill>
                  <a:srgbClr val="000000"/>
                </a:solidFill>
                <a:latin typeface="Campton ExtraBold"/>
                <a:cs typeface="Campton ExtraBold"/>
              </a:rPr>
              <a:t>Tester Section Probe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27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00600"/>
            <a:ext cx="219456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slot:blurb"/>
          <p:cNvSpPr txBox="1"/>
          <p:nvPr/>
        </p:nvSpPr>
        <p:spPr>
          <a:xfrm>
            <a:off x="777240" y="512064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66666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8" name="slot:tagline"/>
          <p:cNvSpPr txBox="1"/>
          <p:nvPr/>
        </p:nvSpPr>
        <p:spPr>
          <a:xfrm>
            <a:off x="7208215" y="58978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9" name="slot:meta"/>
          <p:cNvSpPr txBox="1"/>
          <p:nvPr/>
        </p:nvSpPr>
        <p:spPr>
          <a:xfrm>
            <a:off x="7208215" y="62910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spc="60">
                <a:solidFill>
                  <a:srgbClr val="666666"/>
                </a:solidFill>
                <a:latin typeface="Campton Book"/>
                <a:cs typeface="Campton Book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arc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240280"/>
            <a:ext cx="2684439" cy="2834640"/>
          </a:xfrm>
          <a:prstGeom prst="rect">
            <a:avLst/>
          </a:prstGeom>
        </p:spPr>
      </p:pic>
      <p:pic>
        <p:nvPicPr>
          <p:cNvPr id="4" name="Picture 3" descr="lockup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6770" y="384048"/>
            <a:ext cx="577684" cy="475488"/>
          </a:xfrm>
          <a:prstGeom prst="rect">
            <a:avLst/>
          </a:prstGeom>
        </p:spPr>
      </p:pic>
      <p:sp>
        <p:nvSpPr>
          <p:cNvPr id="5" name="slot:title"/>
          <p:cNvSpPr txBox="1"/>
          <p:nvPr/>
        </p:nvSpPr>
        <p:spPr>
          <a:xfrm>
            <a:off x="777240" y="2286000"/>
            <a:ext cx="765879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500" b="0" spc="140">
                <a:solidFill>
                  <a:srgbClr val="FF5000"/>
                </a:solidFill>
                <a:latin typeface="Campton Medium"/>
                <a:cs typeface="Campton Medium"/>
              </a:rPr>
              <a:t>01 Discovery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709160"/>
            <a:ext cx="219456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arc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240280"/>
            <a:ext cx="2684439" cy="2834640"/>
          </a:xfrm>
          <a:prstGeom prst="rect">
            <a:avLst/>
          </a:prstGeom>
        </p:spPr>
      </p:pic>
      <p:pic>
        <p:nvPicPr>
          <p:cNvPr id="4" name="Picture 3" descr="lockup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6770" y="384048"/>
            <a:ext cx="577684" cy="475488"/>
          </a:xfrm>
          <a:prstGeom prst="rect">
            <a:avLst/>
          </a:prstGeom>
        </p:spPr>
      </p:pic>
      <p:sp>
        <p:nvSpPr>
          <p:cNvPr id="5" name="slot:title"/>
          <p:cNvSpPr txBox="1"/>
          <p:nvPr/>
        </p:nvSpPr>
        <p:spPr>
          <a:xfrm>
            <a:off x="777240" y="2286000"/>
            <a:ext cx="765879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500" b="0" spc="140">
                <a:solidFill>
                  <a:srgbClr val="FF5000"/>
                </a:solidFill>
                <a:latin typeface="Campton Medium"/>
                <a:cs typeface="Campton Medium"/>
              </a:rPr>
              <a:t>02 Delivery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709160"/>
            <a:ext cx="219456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