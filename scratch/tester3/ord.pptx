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lide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Slide1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143000"/>
            <a:ext cx="3896767" cy="4114800"/>
          </a:xfrm>
          <a:prstGeom prst="rect">
            <a:avLst/>
          </a:prstGeom>
        </p:spPr>
      </p:pic>
      <p:pic>
        <p:nvPicPr>
          <p:cNvPr id="4" name="Picture 3" descr="lockup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277571" cy="1051560"/>
          </a:xfrm>
          <a:prstGeom prst="rect">
            <a:avLst/>
          </a:prstGeom>
        </p:spPr>
      </p:pic>
      <p:sp>
        <p:nvSpPr>
          <p:cNvPr id="5" name="slot:title"/>
          <p:cNvSpPr txBox="1"/>
          <p:nvPr/>
        </p:nvSpPr>
        <p:spPr>
          <a:xfrm>
            <a:off x="777240" y="237744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000000"/>
                </a:solidFill>
                <a:latin typeface="Campton ExtraBold"/>
                <a:cs typeface="Campton ExtraBold"/>
              </a:rPr>
              <a:t>Tester Order Probe3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700" b="0">
                <a:solidFill>
                  <a:srgbClr val="333333"/>
                </a:solidFill>
                <a:latin typeface="Campton Book"/>
                <a:cs typeface="Campton Book"/>
              </a:rPr>
              <a:t>RENDER BRAVO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blurb"/>
          <p:cNvSpPr txBox="1"/>
          <p:nvPr/>
        </p:nvSpPr>
        <p:spPr>
          <a:xfrm>
            <a:off x="777240" y="51206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66666"/>
                </a:solidFill>
                <a:latin typeface="Campton Book"/>
                <a:cs typeface="Campton Book"/>
              </a:rPr>
              <a:t>bravo</a:t>
            </a:r>
          </a:p>
        </p:txBody>
      </p:sp>
      <p:sp>
        <p:nvSpPr>
          <p:cNvPr id="8" name="slot:tagline"/>
          <p:cNvSpPr txBox="1"/>
          <p:nvPr/>
        </p:nvSpPr>
        <p:spPr>
          <a:xfrm>
            <a:off x="7208215" y="5897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000"/>
                </a:solidFill>
                <a:latin typeface="Campton ExtraBold"/>
                <a:cs typeface="Campton ExtraBold"/>
              </a:rPr>
              <a:t>bravo</a:t>
            </a:r>
          </a:p>
        </p:txBody>
      </p:sp>
      <p:sp>
        <p:nvSpPr>
          <p:cNvPr id="9" name="slot:meta"/>
          <p:cNvSpPr txBox="1"/>
          <p:nvPr/>
        </p:nvSpPr>
        <p:spPr>
          <a:xfrm>
            <a:off x="7208215" y="62910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>bravo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