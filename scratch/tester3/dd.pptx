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Tester Dedupe Probe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>warehouse automation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Inventory Accuracy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Real-time tracking reduces discrepancies by 94% across 12 facilities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Labor Efficiency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Automated picking routes decrease walk time by 68% per shift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Throughput Growth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Sortation speed increases to 2,400 items per hour from 1,200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12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facilities in rollout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94%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accuracy improvement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68%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labor time saved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